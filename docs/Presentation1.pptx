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sldIdLst>
    <p:sldId id="256" r:id="rId4"/>
    <p:sldId id="264" r:id="rId5"/>
    <p:sldId id="263" r:id="rId6"/>
    <p:sldId id="262" r:id="rId7"/>
    <p:sldId id="261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6" Type="http://schemas.openxmlformats.org/officeDocument/2006/relationships/tags" Target="../tags/tag77.xml"/><Relationship Id="rId5" Type="http://schemas.openxmlformats.org/officeDocument/2006/relationships/tags" Target="../tags/tag76.xml"/><Relationship Id="rId4" Type="http://schemas.openxmlformats.org/officeDocument/2006/relationships/tags" Target="../tags/tag75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83.xml"/><Relationship Id="rId6" Type="http://schemas.openxmlformats.org/officeDocument/2006/relationships/tags" Target="../tags/tag82.xml"/><Relationship Id="rId5" Type="http://schemas.openxmlformats.org/officeDocument/2006/relationships/tags" Target="../tags/tag81.xml"/><Relationship Id="rId4" Type="http://schemas.openxmlformats.org/officeDocument/2006/relationships/tags" Target="../tags/tag80.xml"/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91.xml"/><Relationship Id="rId8" Type="http://schemas.openxmlformats.org/officeDocument/2006/relationships/tags" Target="../tags/tag90.xml"/><Relationship Id="rId7" Type="http://schemas.openxmlformats.org/officeDocument/2006/relationships/tags" Target="../tags/tag89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4" Type="http://schemas.openxmlformats.org/officeDocument/2006/relationships/tags" Target="../tags/tag86.xml"/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tags" Target="../tags/tag95.xml"/><Relationship Id="rId4" Type="http://schemas.openxmlformats.org/officeDocument/2006/relationships/tags" Target="../tags/tag94.xml"/><Relationship Id="rId3" Type="http://schemas.openxmlformats.org/officeDocument/2006/relationships/tags" Target="../tags/tag93.xml"/><Relationship Id="rId2" Type="http://schemas.openxmlformats.org/officeDocument/2006/relationships/tags" Target="../tags/tag92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7" Type="http://schemas.openxmlformats.org/officeDocument/2006/relationships/tags" Target="../tags/tag104.xml"/><Relationship Id="rId6" Type="http://schemas.openxmlformats.org/officeDocument/2006/relationships/tags" Target="../tags/tag103.xml"/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109.xml"/><Relationship Id="rId5" Type="http://schemas.openxmlformats.org/officeDocument/2006/relationships/tags" Target="../tags/tag108.xml"/><Relationship Id="rId4" Type="http://schemas.openxmlformats.org/officeDocument/2006/relationships/tags" Target="../tags/tag107.xml"/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5" Type="http://schemas.openxmlformats.org/officeDocument/2006/relationships/tags" Target="../tags/tag113.xml"/><Relationship Id="rId4" Type="http://schemas.openxmlformats.org/officeDocument/2006/relationships/tags" Target="../tags/tag112.xml"/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118.xml"/><Relationship Id="rId5" Type="http://schemas.openxmlformats.org/officeDocument/2006/relationships/tags" Target="../tags/tag117.xml"/><Relationship Id="rId4" Type="http://schemas.openxmlformats.org/officeDocument/2006/relationships/tags" Target="../tags/tag116.xml"/><Relationship Id="rId3" Type="http://schemas.openxmlformats.org/officeDocument/2006/relationships/tags" Target="../tags/tag115.xml"/><Relationship Id="rId2" Type="http://schemas.openxmlformats.org/officeDocument/2006/relationships/tags" Target="../tags/tag114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8" Type="http://schemas.openxmlformats.org/officeDocument/2006/relationships/theme" Target="../theme/theme2.xml"/><Relationship Id="rId17" Type="http://schemas.openxmlformats.org/officeDocument/2006/relationships/tags" Target="../tags/tag124.xml"/><Relationship Id="rId16" Type="http://schemas.openxmlformats.org/officeDocument/2006/relationships/tags" Target="../tags/tag123.xml"/><Relationship Id="rId15" Type="http://schemas.openxmlformats.org/officeDocument/2006/relationships/tags" Target="../tags/tag122.xml"/><Relationship Id="rId14" Type="http://schemas.openxmlformats.org/officeDocument/2006/relationships/tags" Target="../tags/tag121.xml"/><Relationship Id="rId13" Type="http://schemas.openxmlformats.org/officeDocument/2006/relationships/tags" Target="../tags/tag120.xml"/><Relationship Id="rId12" Type="http://schemas.openxmlformats.org/officeDocument/2006/relationships/tags" Target="../tags/tag119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127.xml"/><Relationship Id="rId3" Type="http://schemas.openxmlformats.org/officeDocument/2006/relationships/image" Target="../media/image1.jpeg"/><Relationship Id="rId2" Type="http://schemas.openxmlformats.org/officeDocument/2006/relationships/tags" Target="../tags/tag126.xml"/><Relationship Id="rId1" Type="http://schemas.openxmlformats.org/officeDocument/2006/relationships/tags" Target="../tags/tag125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30.xml"/><Relationship Id="rId3" Type="http://schemas.openxmlformats.org/officeDocument/2006/relationships/image" Target="../media/image1.jpeg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33.xml"/><Relationship Id="rId3" Type="http://schemas.openxmlformats.org/officeDocument/2006/relationships/image" Target="../media/image1.jpeg"/><Relationship Id="rId2" Type="http://schemas.openxmlformats.org/officeDocument/2006/relationships/tags" Target="../tags/tag132.xml"/><Relationship Id="rId1" Type="http://schemas.openxmlformats.org/officeDocument/2006/relationships/tags" Target="../tags/tag131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36.xml"/><Relationship Id="rId3" Type="http://schemas.openxmlformats.org/officeDocument/2006/relationships/image" Target="../media/image1.jpeg"/><Relationship Id="rId2" Type="http://schemas.openxmlformats.org/officeDocument/2006/relationships/tags" Target="../tags/tag135.xml"/><Relationship Id="rId1" Type="http://schemas.openxmlformats.org/officeDocument/2006/relationships/tags" Target="../tags/tag134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39.xml"/><Relationship Id="rId3" Type="http://schemas.openxmlformats.org/officeDocument/2006/relationships/image" Target="../media/image1.jpeg"/><Relationship Id="rId2" Type="http://schemas.openxmlformats.org/officeDocument/2006/relationships/tags" Target="../tags/tag138.xml"/><Relationship Id="rId1" Type="http://schemas.openxmlformats.org/officeDocument/2006/relationships/tags" Target="../tags/tag137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42.xml"/><Relationship Id="rId3" Type="http://schemas.openxmlformats.org/officeDocument/2006/relationships/image" Target="../media/image1.jpeg"/><Relationship Id="rId2" Type="http://schemas.openxmlformats.org/officeDocument/2006/relationships/tags" Target="../tags/tag141.xml"/><Relationship Id="rId1" Type="http://schemas.openxmlformats.org/officeDocument/2006/relationships/tags" Target="../tags/tag1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downl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079750" y="1882140"/>
            <a:ext cx="6696710" cy="107632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Automated Data Quality &amp; Validation System</a:t>
            </a:r>
            <a:endParaRPr sz="3200" b="1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3079750" y="3260408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r>
              <a: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Healthcare Domain</a:t>
            </a:r>
            <a:endParaRPr sz="3200" b="1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downl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558540" y="316548"/>
            <a:ext cx="5080000" cy="645160"/>
          </a:xfrm>
          <a:prstGeom prst="rect">
            <a:avLst/>
          </a:prstGeom>
        </p:spPr>
        <p:txBody>
          <a:bodyPr>
            <a:spAutoFit/>
          </a:bodyPr>
          <a:p>
            <a:r>
              <a:rPr sz="3600" b="1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Problem Statement</a:t>
            </a:r>
            <a:endParaRPr sz="3600" b="1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833120" y="1550035"/>
            <a:ext cx="5262880" cy="396938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Healthcare datasets can contain: 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Missing values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Duplicates 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Invalid values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- Inconsistent formats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- Data-type issues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downl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556000" y="268923"/>
            <a:ext cx="5080000" cy="645160"/>
          </a:xfrm>
          <a:prstGeom prst="rect">
            <a:avLst/>
          </a:prstGeom>
        </p:spPr>
        <p:txBody>
          <a:bodyPr>
            <a:spAutoFit/>
          </a:bodyPr>
          <a:p>
            <a:r>
              <a:rPr sz="3600" b="1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Proposed Solution</a:t>
            </a:r>
            <a:endParaRPr sz="3600" b="1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2058670" y="2661285"/>
            <a:ext cx="8091805" cy="58356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Profile → Clean → Validate → Automate</a:t>
            </a:r>
            <a:endParaRPr sz="3200" b="1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downl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625"/>
            <a:ext cx="12191365" cy="685800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555365" y="452438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r>
              <a: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Selected Dataset</a:t>
            </a:r>
            <a:endParaRPr sz="3200" b="1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1016000" y="1810067"/>
            <a:ext cx="5080000" cy="3322955"/>
          </a:xfrm>
          <a:prstGeom prst="rect">
            <a:avLst/>
          </a:prstGeom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Diabetes 130-US Hospitals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101,766 records 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47 features 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Missing values 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Healthcare domain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downl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283585" y="707708"/>
            <a:ext cx="5080000" cy="521970"/>
          </a:xfrm>
          <a:prstGeom prst="rect">
            <a:avLst/>
          </a:prstGeom>
        </p:spPr>
        <p:txBody>
          <a:bodyPr>
            <a:spAutoFit/>
          </a:bodyPr>
          <a:p>
            <a:r>
              <a:rPr sz="2800" b="1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Sprint 1 Completed Work</a:t>
            </a:r>
            <a:endParaRPr sz="2800" b="1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997585" y="1706245"/>
            <a:ext cx="5760720" cy="396938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50000"/>
              </a:lnSpc>
            </a:pPr>
            <a:r>
              <a:rPr sz="1600"/>
              <a:t>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Domain selected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Dataset selected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GitHub repository created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Project structure created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Documentation prepared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Initial inspection script prepared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downl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5720"/>
            <a:ext cx="12191365" cy="685800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354070" y="330518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r>
              <a: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Next Sprint</a:t>
            </a:r>
            <a:endParaRPr sz="3200" b="1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1311275" y="1573847"/>
            <a:ext cx="5080000" cy="3969385"/>
          </a:xfrm>
          <a:prstGeom prst="rect">
            <a:avLst/>
          </a:prstGeom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sz="2800" b="1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Module 1 — Profile</a:t>
            </a:r>
            <a:endParaRPr sz="2800" b="1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- Metadata extraction 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Data types 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Missing values 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Cardinality 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50000"/>
              </a:lnSpc>
            </a:pPr>
            <a:r>
              <a:rPr sz="2800">
                <a:solidFill>
                  <a:schemeClr val="accent1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- Initial profiling report</a:t>
            </a:r>
            <a:endParaRPr sz="2800">
              <a:solidFill>
                <a:schemeClr val="accent1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4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2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2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2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3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3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3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3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3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4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4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4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659</Words>
  <Application>WPS Presentation</Application>
  <PresentationFormat>Widescreen</PresentationFormat>
  <Paragraphs>43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16" baseType="lpstr">
      <vt:lpstr>Arial</vt:lpstr>
      <vt:lpstr>SimSun</vt:lpstr>
      <vt:lpstr>Wingdings</vt:lpstr>
      <vt:lpstr>Wingdings</vt:lpstr>
      <vt:lpstr>Microsoft YaHei</vt:lpstr>
      <vt:lpstr>Arial Unicode MS</vt:lpstr>
      <vt:lpstr>Calibri</vt:lpstr>
      <vt:lpstr>Times New Roman</vt:lpstr>
      <vt:lpstr>WPS</vt:lpstr>
      <vt:lpstr>1_WPS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>hp</dc:creator>
  <cp:lastModifiedBy>White Eye</cp:lastModifiedBy>
  <cp:revision>1</cp:revision>
  <dcterms:created xsi:type="dcterms:W3CDTF">2026-09-12T19:57:17Z</dcterms:created>
  <dcterms:modified xsi:type="dcterms:W3CDTF">2026-09-12T19:57:17Z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7883EEE86FBB437AAD5E94D67081C9E5_11</vt:lpwstr>
  </property>
</Properties>
</file>