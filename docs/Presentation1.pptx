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457200"/>
            <a:ext cx="2194560" cy="2194560"/>
          </a:xfrm>
          <a:prstGeom prst="ellipse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2194560"/>
            <a:ext cx="1371600" cy="1371600"/>
          </a:xfrm>
          <a:prstGeom prst="ellipse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914400" cy="914400"/>
          </a:xfrm>
          <a:prstGeom prst="ellipse">
            <a:avLst/>
          </a:prstGeom>
          <a:solidFill>
            <a:srgbClr val="41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3093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1DDD5"/>
                </a:solidFill>
                <a:latin typeface="Aptos"/>
              </a:rPr>
              <a:t>FINAL PROJECT PRESENTATION</a:t>
            </a:r>
            <a:endParaRPr sz="1300" b="1">
              <a:solidFill>
                <a:srgbClr val="81DDD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589520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Automated Data Quality
&amp; Validation System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676656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DDE8F0"/>
                </a:solidFill>
                <a:latin typeface="Aptos"/>
              </a:rPr>
              <a:t>Healthcare Data | Profile → Clean → Validate → Automate</a:t>
            </a:r>
            <a:endParaRPr sz="1900" b="0">
              <a:solidFill>
                <a:srgbClr val="DDE8F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4069080"/>
            <a:ext cx="1005840" cy="64008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5943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0CFDA"/>
                </a:solidFill>
                <a:latin typeface="Aptos"/>
              </a:rPr>
              <a:t>Built with Python, Pandas, YAML, pytest, Docker and DVC</a:t>
            </a:r>
            <a:endParaRPr sz="1400" b="0">
              <a:solidFill>
                <a:srgbClr val="C0CFD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5943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Prepared by: Yusra Komal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6080760"/>
            <a:ext cx="22402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C0CFDA"/>
                </a:solidFill>
                <a:latin typeface="Aptos"/>
              </a:rPr>
              <a:t>PROJECT OVERVIEW</a:t>
            </a:r>
            <a:endParaRPr sz="1000" b="1">
              <a:solidFill>
                <a:srgbClr val="C0CF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Problem Statement &amp; Objectives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02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THE PROBLEM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5120640" cy="411480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7333F"/>
                </a:solidFill>
                <a:latin typeface="Aptos"/>
              </a:defRPr>
            </a:pPr>
            <a:r>
              <a:t>•  Missing and inconsistent values make analysis unreliable.</a:t>
            </a:r>
          </a:p>
          <a:p>
            <a:pPr>
              <a:spcAft>
                <a:spcPts val="900"/>
              </a:spcAft>
              <a:defRPr sz="1700">
                <a:solidFill>
                  <a:srgbClr val="27333F"/>
                </a:solidFill>
                <a:latin typeface="Aptos"/>
              </a:defRPr>
            </a:pPr>
            <a:r>
              <a:t>•  Duplicate records can distort reporting and model results.</a:t>
            </a:r>
          </a:p>
          <a:p>
            <a:pPr>
              <a:spcAft>
                <a:spcPts val="900"/>
              </a:spcAft>
              <a:defRPr sz="1700">
                <a:solidFill>
                  <a:srgbClr val="27333F"/>
                </a:solidFill>
                <a:latin typeface="Aptos"/>
              </a:defRPr>
            </a:pPr>
            <a:r>
              <a:t>•  Invalid data types and out-of-range values are difficult to detect manually.</a:t>
            </a:r>
          </a:p>
          <a:p>
            <a:pPr>
              <a:spcAft>
                <a:spcPts val="900"/>
              </a:spcAft>
              <a:defRPr sz="1700">
                <a:solidFill>
                  <a:srgbClr val="27333F"/>
                </a:solidFill>
                <a:latin typeface="Aptos"/>
              </a:defRPr>
            </a:pPr>
            <a:r>
              <a:t>•  Repeated cleaning steps are time-consuming without automation.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120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PROJECT OBJECTIVES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73152" cy="96012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37360"/>
            <a:ext cx="47274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1. Profile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4807" y="2185416"/>
            <a:ext cx="4709159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Understand data shape, types, missingness and quality.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272491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724912"/>
            <a:ext cx="73152" cy="96012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2889504"/>
            <a:ext cx="47274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2. Clean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64807" y="3337560"/>
            <a:ext cx="4709159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Apply repeatable missing-value handling and duplicate removal.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3877056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77056"/>
            <a:ext cx="73152" cy="96012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4041648"/>
            <a:ext cx="47274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3. Validate &amp; automate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07" y="4489704"/>
            <a:ext cx="4709159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Check required fields and numeric ranges in one CLI pipeline.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Dataset Overview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03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2A44"/>
                </a:solidFill>
                <a:latin typeface="Aptos"/>
              </a:rPr>
              <a:t>Diabetes 130-US Hospitals Dataset</a:t>
            </a:r>
            <a:endParaRPr sz="23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Healthcare encounters dataset used to demonstrate reproducible data-quality processing.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0574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C848B"/>
                </a:solidFill>
                <a:latin typeface="Aptos"/>
              </a:rPr>
              <a:t>101,766</a:t>
            </a:r>
            <a:endParaRPr sz="26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2057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records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6160" y="24688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20574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ECB14A"/>
                </a:solidFill>
                <a:latin typeface="Aptos"/>
              </a:rPr>
              <a:t>50</a:t>
            </a:r>
            <a:endParaRPr sz="2600" b="1">
              <a:solidFill>
                <a:srgbClr val="ECB14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3310128"/>
            <a:ext cx="2057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columns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6520" y="24688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20574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30855D"/>
                </a:solidFill>
                <a:latin typeface="Aptos"/>
              </a:rPr>
              <a:t>0</a:t>
            </a:r>
            <a:endParaRPr sz="2600" b="1">
              <a:solidFill>
                <a:srgbClr val="30855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59" y="3310128"/>
            <a:ext cx="2057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duplicate rows reported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326880" y="24688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697480"/>
            <a:ext cx="20574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C848B"/>
                </a:solidFill>
                <a:latin typeface="Aptos"/>
              </a:rPr>
              <a:t>0</a:t>
            </a:r>
            <a:endParaRPr sz="26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19" y="3310128"/>
            <a:ext cx="2057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missing values in cleaned output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73152" cy="100584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53712"/>
            <a:ext cx="47274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Input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" y="5001768"/>
            <a:ext cx="4709159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data/raw/diabetic_data.csv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438912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89120"/>
            <a:ext cx="73152" cy="100584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53712"/>
            <a:ext cx="47274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Output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19088" y="5001768"/>
            <a:ext cx="4709159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Cleaned data and JSON quality reports in results/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975"/>
                </a:solidFill>
                <a:latin typeface="Aptos"/>
              </a:rPr>
              <a:t>Note: zero missing values refers to the cleaned output produced by this configured pipeline.</a:t>
            </a:r>
            <a:endParaRPr sz="11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System Architecture &amp; Pipeline Flow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04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8288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9572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4"/>
                </a:solidFill>
                <a:latin typeface="Aptos"/>
              </a:rPr>
              <a:t>INPUT CSV</a:t>
            </a:r>
            <a:endParaRPr sz="15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19" y="2834640"/>
            <a:ext cx="1645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diabetic_data.csv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80360" y="2148840"/>
            <a:ext cx="18288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C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39572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PROFILE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834640"/>
            <a:ext cx="1645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Shape, types,
missingness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20640" y="2148840"/>
            <a:ext cx="18288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C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39572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CB14A"/>
                </a:solidFill>
                <a:latin typeface="Aptos"/>
              </a:rPr>
              <a:t>CLEAN</a:t>
            </a:r>
            <a:endParaRPr sz="1500" b="1">
              <a:solidFill>
                <a:srgbClr val="ECB14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79" y="2834640"/>
            <a:ext cx="1645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Missing values,
normalization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60920" y="2148840"/>
            <a:ext cx="18288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0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39572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0855D"/>
                </a:solidFill>
                <a:latin typeface="Aptos"/>
              </a:rPr>
              <a:t>VALIDATE</a:t>
            </a:r>
            <a:endParaRPr sz="1500" b="1">
              <a:solidFill>
                <a:srgbClr val="30855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1645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Required fields,
ranges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82880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4"/>
                </a:solidFill>
                <a:latin typeface="Aptos"/>
              </a:rPr>
              <a:t>OUTPUTS</a:t>
            </a:r>
            <a:endParaRPr sz="15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0" y="2834640"/>
            <a:ext cx="1645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975"/>
                </a:solidFill>
                <a:latin typeface="Aptos"/>
              </a:rPr>
              <a:t>CSV + JSON
reports + logs</a:t>
            </a:r>
            <a:endParaRPr sz="1200" b="0">
              <a:solidFill>
                <a:srgbClr val="5B6975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87168" y="2852928"/>
            <a:ext cx="320040" cy="0"/>
          </a:xfrm>
          <a:prstGeom prst="line">
            <a:avLst/>
          </a:prstGeom>
          <a:ln w="25400">
            <a:solidFill>
              <a:srgbClr val="1C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27448" y="2852928"/>
            <a:ext cx="320040" cy="0"/>
          </a:xfrm>
          <a:prstGeom prst="line">
            <a:avLst/>
          </a:prstGeom>
          <a:ln w="25400">
            <a:solidFill>
              <a:srgbClr val="1C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67728" y="2852928"/>
            <a:ext cx="320040" cy="0"/>
          </a:xfrm>
          <a:prstGeom prst="line">
            <a:avLst/>
          </a:prstGeom>
          <a:ln w="25400">
            <a:solidFill>
              <a:srgbClr val="1C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08008" y="2852928"/>
            <a:ext cx="320040" cy="0"/>
          </a:xfrm>
          <a:prstGeom prst="line">
            <a:avLst/>
          </a:prstGeom>
          <a:ln w="25400">
            <a:solidFill>
              <a:srgbClr val="1C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3434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343400"/>
            <a:ext cx="73152" cy="96012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6993" y="4280027"/>
            <a:ext cx="26243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Configuration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0953" y="4727448"/>
            <a:ext cx="26060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config.yaml controls cleaning and validation rules.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72000" y="43434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343400"/>
            <a:ext cx="73152" cy="96012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5228" y="4363212"/>
            <a:ext cx="26243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Logging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15383" y="4727448"/>
            <a:ext cx="26060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INFO/WARNING/ERROR messages support traceability.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229600" y="43434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4343400"/>
            <a:ext cx="73152" cy="96012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4377182"/>
            <a:ext cx="26243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Orchestration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09813" y="4727448"/>
            <a:ext cx="26060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pipeline.py runs the stages from a single command.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Module 1 — Data Profiling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05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5156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A44"/>
                </a:solidFill>
                <a:latin typeface="Aptos"/>
              </a:rPr>
              <a:t>Profiling creates a baseline before data is changed.</a:t>
            </a:r>
            <a:endParaRPr sz="18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132588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Dataset structure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441448"/>
            <a:ext cx="3063240" cy="59435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Rows, columns, column names and data types.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73152" cy="132588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9339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Quality indicators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441448"/>
            <a:ext cx="3063240" cy="59435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Missing values, duplicate checks and cardinality.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73152" cy="132588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Reports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47888" y="2441448"/>
            <a:ext cx="3063240" cy="59435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Structured profiling output saved as JSON.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607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C848B"/>
                </a:solidFill>
                <a:latin typeface="Aptos"/>
              </a:rPr>
              <a:t>Example project artifact</a:t>
            </a:r>
            <a:endParaRPr sz="13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10515600" cy="105156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53128"/>
            <a:ext cx="99669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onsolas" panose="020B0609020204030204"/>
              </a:rPr>
              <a:t>results/profiling_report.json</a:t>
            </a:r>
            <a:endParaRPr sz="1800" b="1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Profiling results provide a reference point for cleaning and validation.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Modules 2 &amp; 3 — Cleaning and Validation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06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5029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CLEANING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29200" cy="347472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Recognize configured missing-value markers such as ? and blank strings.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Normalize strings when enabled in YAML.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Fill numeric missing values using median and categorical values using mode.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Remove duplicate rows when configured.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029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VALIDATION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029200" cy="347472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Check required columns exist.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Check configured numeric ranges.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Generate validation reports and identify invalid records.</a:t>
            </a:r>
          </a:p>
          <a:p>
            <a:pPr>
              <a:spcAft>
                <a:spcPts val="900"/>
              </a:spcAft>
              <a:defRPr sz="1500">
                <a:solidFill>
                  <a:srgbClr val="27333F"/>
                </a:solidFill>
                <a:latin typeface="Aptos"/>
              </a:defRPr>
            </a:pPr>
            <a:r>
              <a:t>•  Return a pass/fail result for the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66360"/>
            <a:ext cx="10287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166360"/>
            <a:ext cx="73152" cy="713232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120767"/>
            <a:ext cx="9939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Outcome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" y="5605272"/>
            <a:ext cx="99212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Repeatable cleaning with explicit, configurable validation rules.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Module 4 — CLI, YAML Configuration &amp; Logging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07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A44"/>
                </a:solidFill>
                <a:latin typeface="Aptos"/>
              </a:rPr>
              <a:t>Run the complete workflow from the repository root:</a:t>
            </a:r>
            <a:endParaRPr sz="16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44200" cy="105156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1024128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 panose="020B0609020204030204"/>
              </a:rPr>
              <a:t>python pipeline.py --input data/raw/diabetic_data.csv --output results/</a:t>
            </a:r>
            <a:endParaRPr sz="1600" b="1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73152" cy="141732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41071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YAML configuration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08" y="3858768"/>
            <a:ext cx="297180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Rules are kept in config.yaml instead of hard-coding every setting.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246120"/>
            <a:ext cx="73152" cy="141732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341071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Logging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6007" y="3858768"/>
            <a:ext cx="297180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Pipeline stages and warnings are recorded for troubleshooting.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246120"/>
            <a:ext cx="73152" cy="141732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41071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CLI arguments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93608" y="3858768"/>
            <a:ext cx="297180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Choose the input CSV and output directory at run time.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The command executes profiling → cleaning → validation and writes the resulting artifacts.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Reproducibility — Docker, DVC &amp; Git LFS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08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8191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Docker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06324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975"/>
                </a:solidFill>
                <a:latin typeface="Aptos"/>
              </a:rPr>
              <a:t>Containerized pipeline build and run verified.</a:t>
            </a:r>
            <a:endParaRPr sz="15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8191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DVC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06324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Raw dataset tracked with a .dvc pointer; dvc status was up to date.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73152" cy="150876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8191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Git LFS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06324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demo/project_demo.mp4 is tracked by Git LFS.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48B"/>
                </a:solidFill>
                <a:latin typeface="Aptos"/>
              </a:rPr>
              <a:t>Docker commands</a:t>
            </a:r>
            <a:endParaRPr sz="15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744200" cy="132588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41648"/>
            <a:ext cx="1024128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onsolas" panose="020B0609020204030204"/>
              </a:rPr>
              <a:t>docker build --load -t data-quality-pipeline .
docker run --rm -v "${PWD}/data:/data" -v "${PWD}/results:/results" data-quality-pipeline --input /data/raw/diabetic_data.csv --output /results</a:t>
            </a:r>
            <a:endParaRPr sz="1100" b="1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Docker execution was verified with validation passing.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2A44"/>
                </a:solidFill>
                <a:latin typeface="Aptos"/>
              </a:rPr>
              <a:t>Testing &amp; Verified Results</a:t>
            </a:r>
            <a:endParaRPr sz="2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48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C848B"/>
                </a:solidFill>
                <a:latin typeface="Aptos"/>
              </a:rPr>
              <a:t>09</a:t>
            </a:r>
            <a:endParaRPr sz="1100" b="1">
              <a:solidFill>
                <a:srgbClr val="1C84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7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AUTOMATED DATA QUALITY &amp; VALIDATION SYSTEM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5B6975"/>
                </a:solidFill>
                <a:latin typeface="Aptos"/>
              </a:rPr>
              <a:t>FINAL PROJECT</a:t>
            </a:r>
            <a:endParaRPr sz="800" b="1">
              <a:solidFill>
                <a:srgbClr val="5B697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971800" cy="3474720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51460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28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423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1DDD5"/>
                </a:solidFill>
                <a:latin typeface="Aptos"/>
              </a:rPr>
              <a:t>tests passed</a:t>
            </a:r>
            <a:endParaRPr sz="1800" b="1">
              <a:solidFill>
                <a:srgbClr val="81DDD5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331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DE8F0"/>
                </a:solidFill>
                <a:latin typeface="Aptos"/>
              </a:rPr>
              <a:t>pytest -v
6 pandas warnings</a:t>
            </a:r>
            <a:endParaRPr sz="1300" b="0">
              <a:solidFill>
                <a:srgbClr val="DDE8F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148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17320"/>
            <a:ext cx="73152" cy="114300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58191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Pipeline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15968" y="2029968"/>
            <a:ext cx="2971800" cy="4114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All three stages completed successfully.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17320"/>
            <a:ext cx="73152" cy="1143000"/>
          </a:xfrm>
          <a:prstGeom prst="rect">
            <a:avLst/>
          </a:prstGeom>
          <a:solidFill>
            <a:srgbClr val="1C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58191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Validation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3568" y="2029968"/>
            <a:ext cx="2971800" cy="4114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Validation passed: True.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0" y="288036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2880360"/>
            <a:ext cx="73152" cy="114300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04495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Cleaned output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15968" y="3493008"/>
            <a:ext cx="2971800" cy="4114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975"/>
                </a:solidFill>
                <a:latin typeface="Aptos"/>
              </a:rPr>
              <a:t>101,766 rows retained in the verified run.</a:t>
            </a:r>
            <a:endParaRPr sz="14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0" y="288036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2880360"/>
            <a:ext cx="73152" cy="1143000"/>
          </a:xfrm>
          <a:prstGeom prst="rect">
            <a:avLst/>
          </a:prstGeom>
          <a:solidFill>
            <a:srgbClr val="308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304495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A44"/>
                </a:solidFill>
                <a:latin typeface="Aptos"/>
              </a:rPr>
              <a:t>Quality checks</a:t>
            </a:r>
            <a:endParaRPr sz="1700" b="1">
              <a:solidFill>
                <a:srgbClr val="162A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73568" y="3493008"/>
            <a:ext cx="2971800" cy="4114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No duplicate rows reported; configured range checks had zero invalid values.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0520" y="4617720"/>
            <a:ext cx="68580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975"/>
                </a:solidFill>
                <a:latin typeface="Aptos"/>
              </a:rPr>
              <a:t>Note: pandas emits a non-blocking mixed-type warning for payer_code.</a:t>
            </a:r>
            <a:endParaRPr sz="1100" b="0">
              <a:solidFill>
                <a:srgbClr val="5B6975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975"/>
                </a:solidFill>
                <a:latin typeface="Aptos"/>
              </a:rPr>
              <a:t>Results are based on the current project run; warnings are documented rather than hidden.</a:t>
            </a:r>
            <a:endParaRPr sz="1300" b="0">
              <a:solidFill>
                <a:srgbClr val="5B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1DDD5"/>
                </a:solidFill>
                <a:latin typeface="Aptos"/>
              </a:rPr>
              <a:t>CONCLUSION</a:t>
            </a:r>
            <a:endParaRPr sz="1300" b="1">
              <a:solidFill>
                <a:srgbClr val="81DDD5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2412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A repeatable data-quality workflow from one command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6492240" cy="265176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1EBF1"/>
                </a:solidFill>
                <a:latin typeface="Aptos"/>
              </a:defRPr>
            </a:pPr>
            <a:r>
              <a:t>•  Profiling, cleaning and validation are integrated.</a:t>
            </a:r>
          </a:p>
          <a:p>
            <a:pPr>
              <a:spcAft>
                <a:spcPts val="1000"/>
              </a:spcAft>
              <a:defRPr sz="1600">
                <a:solidFill>
                  <a:srgbClr val="E1EBF1"/>
                </a:solidFill>
                <a:latin typeface="Aptos"/>
              </a:defRPr>
            </a:pPr>
            <a:r>
              <a:t>•  Rules and output locations are configurable.</a:t>
            </a:r>
          </a:p>
          <a:p>
            <a:pPr>
              <a:spcAft>
                <a:spcPts val="1000"/>
              </a:spcAft>
              <a:defRPr sz="1600">
                <a:solidFill>
                  <a:srgbClr val="E1EBF1"/>
                </a:solidFill>
                <a:latin typeface="Aptos"/>
              </a:defRPr>
            </a:pPr>
            <a:r>
              <a:t>•  Docker, DVC and Git LFS support reproducibility and artifact handling.</a:t>
            </a:r>
          </a:p>
          <a:p>
            <a:pPr>
              <a:spcAft>
                <a:spcPts val="1000"/>
              </a:spcAft>
              <a:defRPr sz="1600">
                <a:solidFill>
                  <a:srgbClr val="E1EBF1"/>
                </a:solidFill>
                <a:latin typeface="Aptos"/>
              </a:defRPr>
            </a:pPr>
            <a:r>
              <a:t>•  Automated tests provide a regression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011680"/>
            <a:ext cx="3429000" cy="2057400"/>
          </a:xfrm>
          <a:prstGeom prst="roundRect">
            <a:avLst/>
          </a:prstGeom>
          <a:solidFill>
            <a:srgbClr val="224358"/>
          </a:solidFill>
          <a:ln w="19050">
            <a:solidFill>
              <a:srgbClr val="1C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331720"/>
            <a:ext cx="28803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1DDD5"/>
                </a:solidFill>
                <a:latin typeface="Aptos"/>
              </a:rPr>
              <a:t>LIVE DEMO</a:t>
            </a:r>
            <a:endParaRPr sz="1700" b="1">
              <a:solidFill>
                <a:srgbClr val="81DDD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2440" y="2926080"/>
            <a:ext cx="28803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Run pipeline.py
Open results/ reports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Thank you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0" y="5989320"/>
            <a:ext cx="18288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C0CFDA"/>
                </a:solidFill>
                <a:latin typeface="Aptos"/>
              </a:rPr>
              <a:t>YUSRA KOMAL</a:t>
            </a:r>
            <a:endParaRPr sz="1000" b="1">
              <a:solidFill>
                <a:srgbClr val="C0CFDA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4644</Words>
  <Application>WPS Presentation</Application>
  <PresentationFormat>On-screen Show (4:3)</PresentationFormat>
  <Paragraphs>276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Quality &amp; Validation System</dc:title>
  <dc:creator>Yusra Komal</dc:creator>
  <cp:keywords>Data Quality, Validation, Python, Docker, DVC, Git LFS</cp:keywords>
  <dc:description>generated using python-pptx</dc:description>
  <dc:subject>Final project presentation</dc:subject>
  <cp:lastModifiedBy>White Eye</cp:lastModifiedBy>
  <cp:revision>2</cp:revision>
  <dcterms:created xsi:type="dcterms:W3CDTF">2013-01-27T09:14:00Z</dcterms:created>
  <dcterms:modified xsi:type="dcterms:W3CDTF">2026-10-20T19:47:07Z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B3D0E4AB49A84ADF9A6F7BF5CAA7CF5D_12</vt:lpwstr>
  </property>
  <property fmtid="{D5CDD505-2E9C-101B-9397-08002B2CF9AE}" pid="3" name="KSOProductBuildVer">
    <vt:lpwstr>1033-12.1.0.29162</vt:lpwstr>
  </property>
</Properties>
</file>